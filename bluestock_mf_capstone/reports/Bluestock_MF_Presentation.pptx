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Bluestock Mutual Fund Analytics Capstone</a:t>
            </a:r>
          </a:p>
          <a:p>
            <a:r>
              <a:t>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Engineer an end-to-end data pipeline to analyze Indian mutual funds, calculate performance metrics, and build an interactive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Raw CSV Datasets</a:t>
            </a:r>
          </a:p>
          <a:p>
            <a:r>
              <a:t>Live API integration (mfapi.in)</a:t>
            </a:r>
          </a:p>
          <a:p>
            <a:r>
              <a:t>SQLite Database Warehouse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Extract (Pandas)</a:t>
            </a:r>
          </a:p>
          <a:p>
            <a:r>
              <a:t>2. Transform (ffill weekends, clean text)</a:t>
            </a:r>
          </a:p>
          <a:p>
            <a:r>
              <a:t>3. Load (SQLite)</a:t>
            </a:r>
          </a:p>
          <a:p>
            <a:r>
              <a:t>4. Analyze (Jupyter)</a:t>
            </a:r>
          </a:p>
          <a:p>
            <a:r>
              <a:t>5. Visualize (Streamlit)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EDA Highlights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AUM is heavily concentrated in the top 5 AMCs.</a:t>
            </a:r>
          </a:p>
          <a:p>
            <a:r>
              <a:t>SIP inflows show consistent YoY growth of 15%.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EDA Highlights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Equity funds dominate total folios.</a:t>
            </a:r>
          </a:p>
          <a:p>
            <a:r>
              <a:t>Average SIP amount peaks in the 46-55 age group.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Performance Metrics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CAGR (Annualized over 252 days)</a:t>
            </a:r>
          </a:p>
          <a:p>
            <a:r>
              <a:t>Sharpe Ratio indicating risk-adjusted returns.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Performance Metrics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 at Risk (VaR) calculations applied to top 5 funds.</a:t>
            </a:r>
          </a:p>
          <a:p>
            <a:r>
              <a:t>Markowitz Efficient Frontier modeled for optimal allocation.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9: Dashboard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Streamlit Dashboard.</a:t>
            </a:r>
          </a:p>
          <a:p>
            <a:r>
              <a:t>Industry Overview &amp; Fund Performance views.</a:t>
            </a:r>
          </a:p>
        </p:txBody>
      </p:sp>
      <p:pic>
        <p:nvPicPr>
          <p:cNvPr id="4" name="Picture 3" descr="Page_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Dashboard -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Investor Analytics &amp; SIP Trends.</a:t>
            </a:r>
          </a:p>
          <a:p>
            <a:r>
              <a:t>Live filtering by Category, Fund House, and Date.</a:t>
            </a:r>
          </a:p>
        </p:txBody>
      </p:sp>
      <p:pic>
        <p:nvPicPr>
          <p:cNvPr id="4" name="Picture 3" descr="Page_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11: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Mid-cap funds offer highest returns but high VaR.</a:t>
            </a:r>
          </a:p>
          <a:p>
            <a:r>
              <a:t>- Automated live NAV fetching ensures up-to-date tracking.</a:t>
            </a:r>
          </a:p>
          <a:p>
            <a:r>
              <a:t>- Streamlit provides a highly viable PowerBI alternative.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12: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>
            <a:r>
              <a:t>Repository available on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